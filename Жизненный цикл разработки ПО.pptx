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sldIdLst>
    <p:sldId id="256" r:id="rId2"/>
    <p:sldId id="257" r:id="rId3"/>
    <p:sldId id="265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953021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0399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8703804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1100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3755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6431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6836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933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524599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0632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2157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0D8B608B-64A2-4AE7-AD81-42B7DC29559C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9FDF4EBE-E9EF-4E7C-B643-A10D75FA092F}" type="slidenum">
              <a:rPr lang="ru-RU" smtClean="0"/>
              <a:t>‹#›</a:t>
            </a:fld>
            <a:endParaRPr lang="ru-RU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003597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74334" y="3781673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ru-RU" sz="4000" dirty="0" smtClean="0"/>
              <a:t>Жизненный цикл разработки ПО: ключевые этапы и значимость SDLC</a:t>
            </a:r>
            <a:br>
              <a:rPr lang="ru-RU" sz="4000" dirty="0" smtClean="0"/>
            </a:br>
            <a:r>
              <a:rPr lang="ru-RU" sz="4000" dirty="0" smtClean="0"/>
              <a:t/>
            </a:r>
            <a:br>
              <a:rPr lang="ru-RU" sz="4000" dirty="0" smtClean="0"/>
            </a:br>
            <a:r>
              <a:rPr lang="ru-RU" sz="4000" dirty="0" smtClean="0"/>
              <a:t>Системный подход к созданию качественного программного обеспечения с ясной структурой этапов.</a:t>
            </a:r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043103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Истоки и развитие SDLC в индустрии</a:t>
            </a:r>
            <a:br>
              <a:rPr lang="ru-RU" dirty="0" smtClean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SDLC сформировался в 1970-х годах для управления сложными IT-проектами, интегрируя стандарты IEEE и ISO, чтобы организовать процессы и обеспечить контроль качества.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52503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SDLC (Software Development Life Cycle) 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SDLC (</a:t>
            </a:r>
            <a:r>
              <a:rPr lang="ru-RU" b="1" dirty="0" err="1"/>
              <a:t>Software</a:t>
            </a:r>
            <a:r>
              <a:rPr lang="ru-RU" b="1" dirty="0"/>
              <a:t> </a:t>
            </a:r>
            <a:r>
              <a:rPr lang="ru-RU" b="1" dirty="0" err="1"/>
              <a:t>Development</a:t>
            </a:r>
            <a:r>
              <a:rPr lang="ru-RU" b="1" dirty="0"/>
              <a:t> </a:t>
            </a:r>
            <a:r>
              <a:rPr lang="ru-RU" b="1" dirty="0" err="1"/>
              <a:t>Life</a:t>
            </a:r>
            <a:r>
              <a:rPr lang="ru-RU" b="1" dirty="0"/>
              <a:t> </a:t>
            </a:r>
            <a:r>
              <a:rPr lang="ru-RU" b="1" dirty="0" err="1"/>
              <a:t>Cycle</a:t>
            </a:r>
            <a:r>
              <a:rPr lang="ru-RU" b="1" dirty="0"/>
              <a:t>)</a:t>
            </a:r>
            <a:r>
              <a:rPr lang="ru-RU" dirty="0"/>
              <a:t> — это жизненный цикл разработки программного обеспечения. Концепция представляет собой структурированный подход к созданию информационных систем: от зарождения идеи до развёртывания и дальнейшего сопровождения продукта.</a:t>
            </a:r>
          </a:p>
          <a:p>
            <a:r>
              <a:rPr lang="ru-RU" dirty="0"/>
              <a:t>Цель применения SDLC — выпускать качественные программные продукты, которые:</a:t>
            </a:r>
          </a:p>
          <a:p>
            <a:r>
              <a:rPr lang="ru-RU" dirty="0"/>
              <a:t>соответствуют ожиданиям заказчика и потребностям пользователей;</a:t>
            </a:r>
          </a:p>
          <a:p>
            <a:r>
              <a:rPr lang="ru-RU" dirty="0"/>
              <a:t>укладываются в запланированные сроки;</a:t>
            </a:r>
          </a:p>
          <a:p>
            <a:r>
              <a:rPr lang="ru-RU" dirty="0"/>
              <a:t>не выходят за рамки утверждённого бюджета.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37765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Последовательность классических этапов </a:t>
            </a:r>
            <a:r>
              <a:rPr lang="en-US" dirty="0" smtClean="0"/>
              <a:t>SDLC</a:t>
            </a:r>
            <a:br>
              <a:rPr lang="en-US" dirty="0" smtClean="0"/>
            </a:br>
            <a:endParaRPr lang="ru-RU" dirty="0"/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06580" y="2286000"/>
            <a:ext cx="8131239" cy="358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802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Сбор и анализ требований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 этом этапе ключевыми задачами являются выявление ожиданий клиента, определение функций и бизнес-целей, а также фиксация требований в официальной документации.</a:t>
            </a:r>
          </a:p>
          <a:p>
            <a:r>
              <a:rPr lang="ru-RU" dirty="0"/>
              <a:t>Важным моментом является согласование требований со всеми заинтересованными сторонами, включающее выявление ограничений и приоритетов для последующей разработки.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0982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Этапы реализации и тестирования: от кода до готового продукта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Программирование по спецификации</a:t>
            </a:r>
          </a:p>
          <a:p>
            <a:r>
              <a:rPr lang="ru-RU" dirty="0"/>
              <a:t>Команда разработчиков последовательно пишет код согласно утверждённым техническим требованиям, обеспечивая соответствие архитектуре и функционалу. В этом процессе важна стандартизация и контроль качества</a:t>
            </a:r>
            <a:r>
              <a:rPr lang="ru-RU" dirty="0" smtClean="0"/>
              <a:t>.</a:t>
            </a:r>
          </a:p>
          <a:p>
            <a:pPr marL="0" indent="0">
              <a:buNone/>
            </a:pPr>
            <a:r>
              <a:rPr lang="ru-RU" dirty="0"/>
              <a:t>Комплексное тестирование</a:t>
            </a:r>
          </a:p>
          <a:p>
            <a:r>
              <a:rPr lang="ru-RU" dirty="0"/>
              <a:t>Проводятся модульные, интеграционные и системные проверки для обнаружения дефектов. Тестирование подтверждает стабильность работы и корректность всех функций перед выпуском продукта.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62696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13668" y="383797"/>
            <a:ext cx="9601200" cy="1485900"/>
          </a:xfrm>
        </p:spPr>
        <p:txBody>
          <a:bodyPr/>
          <a:lstStyle/>
          <a:p>
            <a:r>
              <a:rPr lang="ru-RU" dirty="0"/>
              <a:t>Сравнительный анализ моделей </a:t>
            </a:r>
            <a:r>
              <a:rPr lang="en-US" dirty="0"/>
              <a:t>SDLC</a:t>
            </a:r>
            <a:br>
              <a:rPr lang="en-US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45921" y="1204840"/>
            <a:ext cx="10515600" cy="4351338"/>
          </a:xfrm>
        </p:spPr>
        <p:txBody>
          <a:bodyPr/>
          <a:lstStyle/>
          <a:p>
            <a:r>
              <a:rPr lang="ru-RU" dirty="0"/>
              <a:t>В таблице приведено сравнение четырёх основных моделей SDLC по ключевым параметрам эффективности и управляемости.</a:t>
            </a:r>
          </a:p>
          <a:p>
            <a:r>
              <a:rPr lang="ru-RU" dirty="0"/>
              <a:t>Гибкие методологии, особенно </a:t>
            </a:r>
            <a:r>
              <a:rPr lang="ru-RU" dirty="0" err="1"/>
              <a:t>Agile</a:t>
            </a:r>
            <a:r>
              <a:rPr lang="ru-RU" dirty="0"/>
              <a:t>, лучше подходят для динамичных проектов с частыми изменениями требований.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668" y="3021096"/>
            <a:ext cx="5668166" cy="3600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1958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69596" y="333463"/>
            <a:ext cx="9601200" cy="1485900"/>
          </a:xfrm>
        </p:spPr>
        <p:txBody>
          <a:bodyPr>
            <a:normAutofit fontScale="90000"/>
          </a:bodyPr>
          <a:lstStyle/>
          <a:p>
            <a:r>
              <a:rPr lang="ru-RU" dirty="0"/>
              <a:t>Доля использования SDLC моделей в ИТ-компаниях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80813" y="1490065"/>
            <a:ext cx="10515600" cy="4351338"/>
          </a:xfrm>
        </p:spPr>
        <p:txBody>
          <a:bodyPr/>
          <a:lstStyle/>
          <a:p>
            <a:r>
              <a:rPr lang="ru-RU" dirty="0" err="1"/>
              <a:t>Agile</a:t>
            </a:r>
            <a:r>
              <a:rPr lang="ru-RU" dirty="0"/>
              <a:t> продолжает занимать лидирующую позицию благодаря </a:t>
            </a:r>
            <a:r>
              <a:rPr lang="ru-RU" dirty="0" smtClean="0"/>
              <a:t>способности </a:t>
            </a:r>
            <a:r>
              <a:rPr lang="ru-RU" dirty="0"/>
              <a:t>быстро адаптироваться к изменяющимся условиям</a:t>
            </a:r>
            <a:r>
              <a:rPr lang="ru-RU" dirty="0" smtClean="0"/>
              <a:t>.</a:t>
            </a:r>
          </a:p>
          <a:p>
            <a:r>
              <a:rPr lang="ru-RU" dirty="0"/>
              <a:t>Данные подтверждают тенденцию к применению гибких моделей разработки в большинстве IT-компаний для повышения адаптивности.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1719" y="3076855"/>
            <a:ext cx="6032081" cy="3684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560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Ключевые преимущества внедрения </a:t>
            </a:r>
            <a:r>
              <a:rPr lang="en-US" dirty="0"/>
              <a:t>SDLC</a:t>
            </a:r>
            <a:br>
              <a:rPr lang="en-US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Реализация SDLC минимизирует риски и экономит затраты за счёт четкого планирования и контроля процесса разработки.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Прозрачность процессов улучшает взаимодействие между бизнесом и техническими специалистами, повышая качество коммуникаций.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SDLC способствует стандартизации, что облегчает управление масштабируемыми проектами и соблюдение нормативных требований.</a:t>
            </a:r>
          </a:p>
          <a:p>
            <a:pPr marL="514350" indent="-514350">
              <a:buFont typeface="+mj-lt"/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209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Выводы: SDLC как фундамент успеха IT-проектов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SDLC обеспечивает управляемость, сокращение ошибок и высокое качество программных продуктов, позволяя гибко адаптироваться к бизнес-целям и рыночным изменениям.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32743846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Уголки</Template>
  <TotalTime>13</TotalTime>
  <Words>312</Words>
  <Application>Microsoft Office PowerPoint</Application>
  <PresentationFormat>Широкоэкранный</PresentationFormat>
  <Paragraphs>30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2" baseType="lpstr">
      <vt:lpstr>Franklin Gothic Book</vt:lpstr>
      <vt:lpstr>Crop</vt:lpstr>
      <vt:lpstr>Жизненный цикл разработки ПО: ключевые этапы и значимость SDLC  Системный подход к созданию качественного программного обеспечения с ясной структурой этапов. </vt:lpstr>
      <vt:lpstr>Истоки и развитие SDLC в индустрии </vt:lpstr>
      <vt:lpstr>SDLC (Software Development Life Cycle) </vt:lpstr>
      <vt:lpstr>Последовательность классических этапов SDLC </vt:lpstr>
      <vt:lpstr>Сбор и анализ требований </vt:lpstr>
      <vt:lpstr>Этапы реализации и тестирования: от кода до готового продукта </vt:lpstr>
      <vt:lpstr>Сравнительный анализ моделей SDLC </vt:lpstr>
      <vt:lpstr>Доля использования SDLC моделей в ИТ-компаниях </vt:lpstr>
      <vt:lpstr>Ключевые преимущества внедрения SDLC </vt:lpstr>
      <vt:lpstr>Выводы: SDLC как фундамент успеха IT-проектов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Жизненный цикл разработки ПО: ключевые этапы и значимость SDLC  Системный подход к созданию качественного программного обеспечения с ясной структурой этапов.</dc:title>
  <dc:creator>9231 kopr</dc:creator>
  <cp:lastModifiedBy>9231 kopr</cp:lastModifiedBy>
  <cp:revision>2</cp:revision>
  <dcterms:created xsi:type="dcterms:W3CDTF">2026-04-09T08:24:49Z</dcterms:created>
  <dcterms:modified xsi:type="dcterms:W3CDTF">2026-04-09T08:38:13Z</dcterms:modified>
</cp:coreProperties>
</file>